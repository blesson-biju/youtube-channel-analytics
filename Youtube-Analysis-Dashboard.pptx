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66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253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871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638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185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221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412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229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53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385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852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126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112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426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8585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76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4196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397746-AABC-6D3D-C2EA-01F72DE919F9}"/>
              </a:ext>
            </a:extLst>
          </p:cNvPr>
          <p:cNvSpPr txBox="1"/>
          <p:nvPr/>
        </p:nvSpPr>
        <p:spPr>
          <a:xfrm>
            <a:off x="1317521" y="1205117"/>
            <a:ext cx="99994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Machine Learning Analysis of YouTube Revenue &amp; Engagement</a:t>
            </a:r>
            <a:endParaRPr lang="en-IN" sz="4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B3ECFC-0A87-09EF-0893-C6DE3B0CAE43}"/>
              </a:ext>
            </a:extLst>
          </p:cNvPr>
          <p:cNvSpPr txBox="1"/>
          <p:nvPr/>
        </p:nvSpPr>
        <p:spPr>
          <a:xfrm>
            <a:off x="1317521" y="3521039"/>
            <a:ext cx="76396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An ML-driven study using per-video, per-day YouTube Analytics data with Power BI for insight visualization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3B0AB5-90AC-AC6A-1CEF-9F128FB2D561}"/>
              </a:ext>
            </a:extLst>
          </p:cNvPr>
          <p:cNvSpPr txBox="1"/>
          <p:nvPr/>
        </p:nvSpPr>
        <p:spPr>
          <a:xfrm>
            <a:off x="1332269" y="428052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Tools:</a:t>
            </a:r>
            <a:br>
              <a:rPr lang="en-IN" dirty="0"/>
            </a:br>
            <a:r>
              <a:rPr lang="en-IN" dirty="0"/>
              <a:t>Python (Pandas, Scikit-learn), Power BI, DAX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3BBF9F-2A01-2586-9C45-046DE8C167FC}"/>
              </a:ext>
            </a:extLst>
          </p:cNvPr>
          <p:cNvSpPr txBox="1"/>
          <p:nvPr/>
        </p:nvSpPr>
        <p:spPr>
          <a:xfrm>
            <a:off x="6666271" y="5040011"/>
            <a:ext cx="38247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Blesson Biju</a:t>
            </a:r>
          </a:p>
          <a:p>
            <a:pPr>
              <a:buNone/>
            </a:pPr>
            <a:r>
              <a:rPr lang="en-IN" sz="2000" b="1" dirty="0"/>
              <a:t>UMID – UMID27112571779</a:t>
            </a:r>
          </a:p>
          <a:p>
            <a:r>
              <a:rPr lang="en-IN" sz="2000" b="1"/>
              <a:t>Dec 1</a:t>
            </a:r>
            <a:r>
              <a:rPr lang="en-IN" sz="2000" b="1" baseline="30000"/>
              <a:t>st</a:t>
            </a:r>
            <a:r>
              <a:rPr lang="en-IN" sz="2000" b="1"/>
              <a:t> Batch</a:t>
            </a:r>
          </a:p>
        </p:txBody>
      </p:sp>
    </p:spTree>
    <p:extLst>
      <p:ext uri="{BB962C8B-B14F-4D97-AF65-F5344CB8AC3E}">
        <p14:creationId xmlns:p14="http://schemas.microsoft.com/office/powerpoint/2010/main" val="538801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BB641-3E95-2CC4-89AB-E7876A7F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5231294-F442-A5A9-4AC9-13AFFCC9ECF9}"/>
              </a:ext>
            </a:extLst>
          </p:cNvPr>
          <p:cNvSpPr txBox="1"/>
          <p:nvPr/>
        </p:nvSpPr>
        <p:spPr>
          <a:xfrm>
            <a:off x="914398" y="829108"/>
            <a:ext cx="9281653" cy="5907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/>
              <a:t>High YouTube views do not always result in high revenue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/>
              <a:t>Content creators and analysts need to understand what truly drives monetization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/>
              <a:t>Traditional dashboards focus on vanity metrics like views and subscribers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/>
              <a:t>This project aims to go beyond dashboards using machine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6F6243-5ABA-AAA6-4D8D-53110672CD4E}"/>
              </a:ext>
            </a:extLst>
          </p:cNvPr>
          <p:cNvSpPr txBox="1"/>
          <p:nvPr/>
        </p:nvSpPr>
        <p:spPr>
          <a:xfrm>
            <a:off x="3701844" y="0"/>
            <a:ext cx="5009538" cy="89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Problem Statement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66703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35CE8-1A55-4D54-3180-7A77F150D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97F985C-B106-206F-B19F-C866A6EED2E0}"/>
              </a:ext>
            </a:extLst>
          </p:cNvPr>
          <p:cNvSpPr txBox="1"/>
          <p:nvPr/>
        </p:nvSpPr>
        <p:spPr>
          <a:xfrm>
            <a:off x="914398" y="829108"/>
            <a:ext cx="10874479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 err="1"/>
              <a:t>Analyze</a:t>
            </a:r>
            <a:r>
              <a:rPr lang="en-IN" sz="3200" dirty="0"/>
              <a:t> YouTube performance using machine learning techniques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Identify key factors influencing revenue and engagement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Predict revenue patterns using regression models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Validate and communicate ML insights using Power BI visualizations</a:t>
            </a:r>
          </a:p>
          <a:p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6D2096-CD73-BB27-FCE3-13D1BBB63331}"/>
              </a:ext>
            </a:extLst>
          </p:cNvPr>
          <p:cNvSpPr txBox="1"/>
          <p:nvPr/>
        </p:nvSpPr>
        <p:spPr>
          <a:xfrm>
            <a:off x="3701844" y="0"/>
            <a:ext cx="5009538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Project Objectives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775744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F6286-29AF-73E2-4D77-CE2FF523C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27D7DA-FFE9-AE68-1386-6F365949CF1A}"/>
              </a:ext>
            </a:extLst>
          </p:cNvPr>
          <p:cNvSpPr txBox="1"/>
          <p:nvPr/>
        </p:nvSpPr>
        <p:spPr>
          <a:xfrm>
            <a:off x="3701844" y="0"/>
            <a:ext cx="5009538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Dataset Overview</a:t>
            </a:r>
            <a:endParaRPr lang="en-US" sz="4000" b="1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C5306BEC-2710-9882-F10B-43CA8BCE897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22553" y="1217306"/>
            <a:ext cx="10717162" cy="3694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 YouTube Analytics (exported data)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Granularity: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Per-video, per-day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records: 364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video appears across multiple days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aggregation and careful feature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21610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5EC9A-5118-C4DC-55EE-C9E815BFD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E3A0C4-6358-3890-ECB4-733EC43F8354}"/>
              </a:ext>
            </a:extLst>
          </p:cNvPr>
          <p:cNvSpPr txBox="1"/>
          <p:nvPr/>
        </p:nvSpPr>
        <p:spPr>
          <a:xfrm>
            <a:off x="3701844" y="0"/>
            <a:ext cx="5009538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Key Features Used</a:t>
            </a:r>
            <a:endParaRPr lang="en-US" sz="40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6EE732-1A0C-E27C-4295-9AEBAD1FD5B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75070" y="1056983"/>
            <a:ext cx="11631561" cy="5171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Estimated Revenue (USD)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per 1000 Views (RPM)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Engagement Rate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Likes, Comments, Shares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Watch Time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Temporal features (Day, Month, Year, Days Since Publish)</a:t>
            </a:r>
          </a:p>
        </p:txBody>
      </p:sp>
    </p:spTree>
    <p:extLst>
      <p:ext uri="{BB962C8B-B14F-4D97-AF65-F5344CB8AC3E}">
        <p14:creationId xmlns:p14="http://schemas.microsoft.com/office/powerpoint/2010/main" val="1757268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A3F37-1291-6A3E-D12F-3F2044105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336236-FB0A-DF94-5738-BD20B0243418}"/>
              </a:ext>
            </a:extLst>
          </p:cNvPr>
          <p:cNvSpPr txBox="1"/>
          <p:nvPr/>
        </p:nvSpPr>
        <p:spPr>
          <a:xfrm>
            <a:off x="0" y="0"/>
            <a:ext cx="12192000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latin typeface="+mj-lt"/>
              </a:rPr>
              <a:t>Data Preprocessing &amp; EDA</a:t>
            </a:r>
            <a:endParaRPr lang="en-US" sz="4000" b="1" dirty="0">
              <a:latin typeface="+mj-lt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A28F696-DD96-0E42-6DF3-6EBAEC04691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55406" y="1059675"/>
            <a:ext cx="10903974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irrelevant and redundant columns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Handled correct data types for numeric and date features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 exploratory data analysis to: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distributions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 revenue concentration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correlation between views, engagement, and revenue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492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AE95F-AA60-E400-802B-EDF770263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8828" y="157316"/>
            <a:ext cx="6405281" cy="1140542"/>
          </a:xfrm>
        </p:spPr>
        <p:txBody>
          <a:bodyPr>
            <a:noAutofit/>
          </a:bodyPr>
          <a:lstStyle/>
          <a:p>
            <a:r>
              <a:rPr lang="en-IN" sz="4000" b="1" dirty="0"/>
              <a:t>Feature Engineering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F85DDF-D9CA-4B39-E6C1-5E323F63F7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6511" y="1118435"/>
            <a:ext cx="11089917" cy="5171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efficiency-based metrics: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per View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Engagement efficiency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Aggregated per-video performance across days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Extracted temporal features to capture publishing patterns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Focused on features that improve interpretability and prediction</a:t>
            </a:r>
          </a:p>
        </p:txBody>
      </p:sp>
    </p:spTree>
    <p:extLst>
      <p:ext uri="{BB962C8B-B14F-4D97-AF65-F5344CB8AC3E}">
        <p14:creationId xmlns:p14="http://schemas.microsoft.com/office/powerpoint/2010/main" val="547087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5D1D4-0A95-95E4-B80A-07D293BEE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6045" y="0"/>
            <a:ext cx="9905998" cy="1905000"/>
          </a:xfrm>
        </p:spPr>
        <p:txBody>
          <a:bodyPr>
            <a:normAutofit/>
          </a:bodyPr>
          <a:lstStyle/>
          <a:p>
            <a:r>
              <a:rPr lang="en-IN" sz="4000" b="1" dirty="0"/>
              <a:t>Machine Learning 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6A3A76-9034-CE05-8365-9DB104D856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1030" y="1649362"/>
            <a:ext cx="10232288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Framed revenue prediction as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 problem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used: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 Regression (baseline)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Tree-based regression models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 metrics: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RMSE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R² Score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Emphasis on explainability rather than overfitting</a:t>
            </a:r>
          </a:p>
        </p:txBody>
      </p:sp>
    </p:spTree>
    <p:extLst>
      <p:ext uri="{BB962C8B-B14F-4D97-AF65-F5344CB8AC3E}">
        <p14:creationId xmlns:p14="http://schemas.microsoft.com/office/powerpoint/2010/main" val="1772242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19919-EA6A-ECFD-DE25-16812D7E7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324465"/>
            <a:ext cx="9905998" cy="1905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Key Insights from ML Analysis</a:t>
            </a:r>
            <a:endParaRPr lang="en-IN" sz="40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205C56-E41E-7892-286B-A9F1D3C94E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2912" y="1190949"/>
            <a:ext cx="10323000" cy="5171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Views alone are a weak predictor of revenue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RPM and engagement rate are stronger monetization drivers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distribution follows a power-law: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small number of videos generate most revenue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reach often leads to lower engagement efficiency</a:t>
            </a:r>
          </a:p>
        </p:txBody>
      </p:sp>
    </p:spTree>
    <p:extLst>
      <p:ext uri="{BB962C8B-B14F-4D97-AF65-F5344CB8AC3E}">
        <p14:creationId xmlns:p14="http://schemas.microsoft.com/office/powerpoint/2010/main" val="1947206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681D5-4AAD-3980-0011-871DA625D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88" y="0"/>
            <a:ext cx="12191999" cy="1150374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/>
              <a:t>Role of Power BI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6D2FE2-2089-821F-52C0-2B94371D33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75942" y="1072960"/>
            <a:ext cx="10244342" cy="5171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used as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supporting visualization layer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Visualized: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Top-performing videos by revenue and views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RPM and engagement efficiency comparisons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Views, revenue, and engagement trends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Helped validate and communicate ML findings to non-technical users</a:t>
            </a:r>
          </a:p>
        </p:txBody>
      </p:sp>
    </p:spTree>
    <p:extLst>
      <p:ext uri="{BB962C8B-B14F-4D97-AF65-F5344CB8AC3E}">
        <p14:creationId xmlns:p14="http://schemas.microsoft.com/office/powerpoint/2010/main" val="1514408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6219B-16BC-6A22-DF63-0A41B8D22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88" y="-403123"/>
            <a:ext cx="12192000" cy="190500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B9473E-571C-16B1-339E-916162898C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1067" y="762623"/>
            <a:ext cx="10106690" cy="5910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provides deeper insight than dashboards alone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is driven by engagement quality and RPM, not just traffic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enhances interpretability of ML-driven insights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demonstrates an end-to-end data science workflow</a:t>
            </a:r>
          </a:p>
        </p:txBody>
      </p:sp>
    </p:spTree>
    <p:extLst>
      <p:ext uri="{BB962C8B-B14F-4D97-AF65-F5344CB8AC3E}">
        <p14:creationId xmlns:p14="http://schemas.microsoft.com/office/powerpoint/2010/main" val="4139492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90F8B-0415-43E7-6505-A36D17106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6980"/>
            <a:ext cx="12191999" cy="190500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/>
              <a:t>Tools &amp; Technologies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13FBC6-1299-5BC4-59DE-8248A8EB7C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95142" y="1826995"/>
            <a:ext cx="7359707" cy="2955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(Pandas, NumPy, Scikit-learn)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&amp; DAX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CSV-based analytics dataset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3893208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B6CD00-B51D-75A2-FA17-FCAE6AACC5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7987"/>
            <a:ext cx="12192000" cy="708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955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27C7D8-040A-E4B0-6EFF-66C655C50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6923"/>
            <a:ext cx="12192000" cy="37559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6B4634-4F90-E6C3-DFB6-D6E9E6727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8999"/>
            <a:ext cx="12192000" cy="375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32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A9AF09E-DAD0-30EA-2B01-95E137E1EA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50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7A1A7D-1AB0-E8DD-33F4-D7FDD08AC8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0325"/>
            <a:ext cx="12192000" cy="1963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48E123-2E4F-D1DC-D905-67A4900FED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43776"/>
            <a:ext cx="12192000" cy="439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228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31FC02-DFE2-46E5-BC22-FF955476BC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0775" y="0"/>
            <a:ext cx="12860593" cy="31816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E1890F-3FA8-0DBB-2659-2DF81BF74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4971" y="3181629"/>
            <a:ext cx="12683615" cy="365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719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7F91D5-FAFC-D393-748A-2FF7CB6BBD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1614" y="-1"/>
            <a:ext cx="12827325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416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E2295-6F6B-98ED-1435-0C5756C48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EBD4A4-AE3A-022A-EC3B-467B14FDEF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1991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44</TotalTime>
  <Words>429</Words>
  <Application>Microsoft Office PowerPoint</Application>
  <PresentationFormat>Widescreen</PresentationFormat>
  <Paragraphs>76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Century Gothic</vt:lpstr>
      <vt:lpstr>Courier New</vt:lpstr>
      <vt:lpstr>Wingdings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Feature Engineering</vt:lpstr>
      <vt:lpstr>Machine Learning Methodology</vt:lpstr>
      <vt:lpstr>Key Insights from ML Analysis</vt:lpstr>
      <vt:lpstr>Role of Power BI</vt:lpstr>
      <vt:lpstr>Conclusion</vt:lpstr>
      <vt:lpstr>Tools &amp; Technologies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Blesson Biju</dc:creator>
  <cp:lastModifiedBy>Blesson Biju</cp:lastModifiedBy>
  <cp:revision>3</cp:revision>
  <dcterms:created xsi:type="dcterms:W3CDTF">2026-02-07T13:10:56Z</dcterms:created>
  <dcterms:modified xsi:type="dcterms:W3CDTF">2026-02-19T14:00:18Z</dcterms:modified>
</cp:coreProperties>
</file>